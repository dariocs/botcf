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9FBACA22-E354-422F-8070-FA7CE5678C8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D8BE96-268E-6E10-A195-141CF7C65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880BBBC-31F9-43A1-EBCA-B49EA62C6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E90678-FDB6-9EFE-5657-904679ADB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3BD-BB75-4701-86B8-E1224192A04B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EB4DFB-1855-78B9-3A2C-F7F31291C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4404CC-CE61-80CF-A87B-E15A5A4A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6500-64A5-4A4B-B0D6-E2DDB78AABB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127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D77D43-43F4-3D08-6D15-0723A759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983843-48F2-0211-B338-D23241168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435385-8670-91E7-D847-502368BFF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3BD-BB75-4701-86B8-E1224192A04B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033A9D-2542-B463-E8EF-CC7B3CEA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9EC866-8F28-38A7-23A9-855D17B7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6500-64A5-4A4B-B0D6-E2DDB78AABB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6098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BEC6CB-1763-C6A3-AAEA-4A34FFADA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4BB98C-4251-5278-A664-5FACB66CB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FE0D23-C640-579E-0135-72ECFE4A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3BD-BB75-4701-86B8-E1224192A04B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93E961-358A-DA3F-284D-929C4DA7B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9BCA17A-B148-2C13-2AE9-B37F27AC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6500-64A5-4A4B-B0D6-E2DDB78AABB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8466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4E2003-356D-0BFD-FC3C-56B76D773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09982B-90E0-A1CB-C96F-789C2C66E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EE71A74-4300-A58D-DEDD-782471F29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40D7119-5805-E332-A73F-97FB33147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3BD-BB75-4701-86B8-E1224192A04B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D1AA1E4-010E-6763-0A2F-76E9AD56F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1A16341-766C-DBC1-625F-823C4B7D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6500-64A5-4A4B-B0D6-E2DDB78AABB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07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BDA16C-F4D1-6AFC-028C-305D3B547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0DC8EFC-16C5-7BA2-4A91-F45BDA49E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6602AA6-8FD8-D5E3-0B11-3A93321D8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57EABEA-933C-DA66-5C8E-EDECF66892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91F046C-C476-C73D-745D-129E3624E8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B89D7D2-77BC-5DD2-E80E-35ECA957A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3BD-BB75-4701-86B8-E1224192A04B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ACAC234-97C9-13BC-2194-B79C0D0C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DCAAA2D-5D04-701B-8BC7-1C3639C0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6500-64A5-4A4B-B0D6-E2DDB78AABB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573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1AE0B7-1566-2ACC-371F-F1CC2B4BA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0B06943-E903-EE54-7666-C59CAD1C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3BD-BB75-4701-86B8-E1224192A04B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D6131DE-F1D3-234D-C417-0004C14EF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65CCEF3-9E8B-4913-14A7-F9682758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6500-64A5-4A4B-B0D6-E2DDB78AABB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7333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5A8B91A-957C-09A0-99A8-F2673C34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3BD-BB75-4701-86B8-E1224192A04B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5BD57D-5C76-ED0F-BE28-93F141BAE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EB98684-9E2A-511E-B706-6872D1F3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6500-64A5-4A4B-B0D6-E2DDB78AABB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1322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33B7CC-25C4-EA4B-E083-F076DC53D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C2B2A4-6CFA-70CF-EEB8-C7F42CCFA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1CF13F4-6371-BE85-2028-EE2FEBB1E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E9A1D7E-6E3B-000E-C85B-B21026AA8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3BD-BB75-4701-86B8-E1224192A04B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F885A5D-0F69-CAE0-20A3-4413CEA4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92F208E-6ADF-0378-CF80-CCD71A1C1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6500-64A5-4A4B-B0D6-E2DDB78AABB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3201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6E0C5F-BFE8-6EDA-1557-1B51F9063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8423847-CBE8-7F94-9C1F-930183C1AB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060AEA6-E42B-5CD2-475A-D64417F31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A9113B0-03FA-FB40-BA6B-CCC7A32E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3BD-BB75-4701-86B8-E1224192A04B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ADAB6FD-BE6F-28F5-1A9B-816F84143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DDB721-0431-32BA-CC24-3D8C69B4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6500-64A5-4A4B-B0D6-E2DDB78AABB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2560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953C42-FCC0-9905-EC17-6A090D87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B2B29BB-F1E6-8672-B748-BB84F9B08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97DC0CE-8BF4-47B0-D8D6-D02A535D8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3BD-BB75-4701-86B8-E1224192A04B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BE84A62-201D-9732-A646-6C6410B5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9CE948-73F7-DBEF-FE7D-8F5AE63C6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6500-64A5-4A4B-B0D6-E2DDB78AABB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6894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2987EF4-338C-1B90-F278-C0949E50AD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7753A3-BAD9-10B8-5D8D-EAF5CD59B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7D4583-0BE2-2AA8-CB18-4139B2A4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F53BD-BB75-4701-86B8-E1224192A04B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2346B0-4E3D-F5D5-7B6D-5DEA91A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99A426-30CC-CF88-23E9-C1E6E3F9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6500-64A5-4A4B-B0D6-E2DDB78AABB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304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46FD6E3-1193-53F3-2A60-70F8FC6B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624C52B-C561-2250-E6E5-B3C08E992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911AD8-0CBC-1B1D-40CB-B3D44FA0CB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F53BD-BB75-4701-86B8-E1224192A04B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97EB35-E4F1-9B97-2A7E-CE7DF63DB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DF05C2-D502-91B4-2EBC-5ED71D462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D6500-64A5-4A4B-B0D6-E2DDB78AABB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0133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dario-carnevale-schianca-69a9748a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riocs/botCF" TargetMode="External"/><Relationship Id="rId2" Type="http://schemas.openxmlformats.org/officeDocument/2006/relationships/hyperlink" Target="https://github.com/IBM/ibmi-mcp-server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www.itjungle.com/2026/05/04/the-big-easy-connecting-the-dots-on-big-blues-ai-strategy-for-ibm-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ABBFFE-7364-2E58-C73B-3DAA3562D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6929" y="1854200"/>
            <a:ext cx="9144000" cy="2387600"/>
          </a:xfrm>
        </p:spPr>
        <p:txBody>
          <a:bodyPr/>
          <a:lstStyle/>
          <a:p>
            <a:r>
              <a:rPr lang="it-IT" dirty="0"/>
              <a:t>MCP server on </a:t>
            </a:r>
            <a:r>
              <a:rPr lang="it-IT" dirty="0" err="1"/>
              <a:t>IBMi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869A496-EEB5-3AF3-3B83-9937DBACF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0"/>
          </a:xfrm>
          <a:prstGeom prst="rect">
            <a:avLst/>
          </a:prstGeom>
        </p:spPr>
      </p:pic>
      <p:sp>
        <p:nvSpPr>
          <p:cNvPr id="3" name="Sottotitolo 2">
            <a:extLst>
              <a:ext uri="{FF2B5EF4-FFF2-40B4-BE49-F238E27FC236}">
                <a16:creationId xmlns:a16="http://schemas.microsoft.com/office/drawing/2014/main" id="{08A17663-6888-5D9F-9989-E4AB8DF0E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2067" y="4368228"/>
            <a:ext cx="9144000" cy="1655762"/>
          </a:xfrm>
        </p:spPr>
        <p:txBody>
          <a:bodyPr/>
          <a:lstStyle/>
          <a:p>
            <a:r>
              <a:rPr lang="it-IT" dirty="0"/>
              <a:t>Dario Carnevale Schianca</a:t>
            </a:r>
          </a:p>
          <a:p>
            <a:r>
              <a:rPr lang="it-IT" dirty="0">
                <a:hlinkClick r:id="rId3"/>
              </a:rPr>
              <a:t>https://www.linkedin.com/in/dario-carnevale-schianca-69a9748a/</a:t>
            </a:r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7732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B301AFD-CF07-AF1D-692C-BA6787317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67" y="763570"/>
            <a:ext cx="11663520" cy="546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48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AA73297-2EAF-4424-060C-0811B89C5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15" y="39600"/>
            <a:ext cx="11049543" cy="68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5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5BDDB28-9084-7AD3-BF6A-A78BF5152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30" y="253891"/>
            <a:ext cx="10737129" cy="635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33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860D706-5BDD-2FE5-B013-9BC2FE437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388" y="388356"/>
            <a:ext cx="4877223" cy="608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5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7E36CB3-155C-F990-6AFD-A34811784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18" y="565064"/>
            <a:ext cx="10833654" cy="579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337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2CFFCCA-2343-0327-C873-DFF3BC3A5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521" y="262364"/>
            <a:ext cx="10209229" cy="637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76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B9A21C8-F974-4216-AF91-2491B3134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15" y="716437"/>
            <a:ext cx="10492922" cy="537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38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F14871CF-3D05-6624-2E6D-6E130B8FE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87" y="342632"/>
            <a:ext cx="8813787" cy="61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422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8FDB93-2A9C-4148-8533-B5EEA26E7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Risorse e documentazione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B70298-5528-A529-0E39-B06BF8683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714"/>
            <a:ext cx="10515600" cy="4336331"/>
          </a:xfrm>
        </p:spPr>
        <p:txBody>
          <a:bodyPr/>
          <a:lstStyle/>
          <a:p>
            <a:r>
              <a:rPr lang="it-IT" dirty="0">
                <a:hlinkClick r:id="rId2"/>
              </a:rPr>
              <a:t>https://github.com/IBM/ibmi-mcp-server</a:t>
            </a:r>
            <a:endParaRPr lang="it-IT" dirty="0"/>
          </a:p>
          <a:p>
            <a:r>
              <a:rPr lang="it-IT" dirty="0">
                <a:hlinkClick r:id="rId3"/>
              </a:rPr>
              <a:t>https://github.com/dariocs/botCF</a:t>
            </a:r>
            <a:endParaRPr lang="it-IT" dirty="0"/>
          </a:p>
          <a:p>
            <a:r>
              <a:rPr lang="it-IT" dirty="0">
                <a:hlinkClick r:id="rId4"/>
              </a:rPr>
              <a:t>https://www.itjungle.com/2026/05/04/the-big-easy-connecting-the-dots-on-big-blues-ai-strategy-for-ibm-i/</a:t>
            </a:r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8D1D031-E57F-E8A5-9B41-BDF58C42F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371" y="3734196"/>
            <a:ext cx="5037257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49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52</Words>
  <Application>Microsoft Office PowerPoint</Application>
  <PresentationFormat>Widescreen</PresentationFormat>
  <Paragraphs>7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di Office</vt:lpstr>
      <vt:lpstr>MCP server on IBMi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Risorse e documentazione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DarioProgrammatore</dc:creator>
  <cp:lastModifiedBy>DarioProgrammatore</cp:lastModifiedBy>
  <cp:revision>1</cp:revision>
  <dcterms:created xsi:type="dcterms:W3CDTF">2026-06-09T10:14:24Z</dcterms:created>
  <dcterms:modified xsi:type="dcterms:W3CDTF">2026-06-09T11:16:27Z</dcterms:modified>
</cp:coreProperties>
</file>